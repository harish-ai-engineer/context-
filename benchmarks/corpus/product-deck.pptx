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Atlas Data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unified layer for ingesting, cataloging, and governing analytical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Lineage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Column-level lineage is captured automatically for every pipeline run.</a:t>
            </a:r>
          </a:p>
          <a:p>
            <a:r>
              <a:t>Auditors can trace any dashboard number back to its source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tier starts at 2,000 USD per month with unlimited seats.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